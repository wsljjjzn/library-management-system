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smtClean="0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entered 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LibraryHub 智能图书借阅管理系统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一、开发者介绍与个人全栈量化分工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项目性质：个人独立实训 / 毕业设计项目（由作者一人全栈全流程完成）</a:t>
            </a:r>
          </a:p>
          <a:p>
            <a:r>
              <a:t>• 答辩人：[您的姓名] | 学号：[您的学号] | 角色：项目负责人 &amp; 独立全栈工程师</a:t>
            </a:r>
          </a:p>
          <a:p>
            <a:r>
              <a:t>• 需求分析与规格定义：100% 独立完成（编写用户故事、MoSCoW 清单与功能规格书）</a:t>
            </a:r>
          </a:p>
          <a:p>
            <a:r>
              <a:t>• 系统与数据库设计：100% 独立完成（规划生产拓扑、E-R模型、5张核心表 DDL 与索引）</a:t>
            </a:r>
          </a:p>
          <a:p>
            <a:r>
              <a:t>• 后端业务研发：100% 独立完成（FastAPI + SQLAlchemy 2.0 + JWT 鉴权 + 原子借还事务）</a:t>
            </a:r>
          </a:p>
          <a:p>
            <a:r>
              <a:t>• 前端界面与自研图表：100% 独立完成（Vue 3 + Vite + Element Plus + 自研原生响应式 SVG 图表）</a:t>
            </a:r>
          </a:p>
          <a:p>
            <a:r>
              <a:t>• 自动化测试与质检：100% 独立完成（编写 Pytest 自动化测试套件，7/7 用例 100% 通过）</a:t>
            </a:r>
          </a:p>
          <a:p>
            <a:r>
              <a:t>• 生产部署与性能攻坚：100% 独立完成（破解 1G 内存构建死锁、Docker 编排、阿里云 ECS 上线）</a:t>
            </a:r>
          </a:p>
          <a:p>
            <a:r>
              <a:t>• 交付文档与源码归档：100% 独立完成（全套 9 大类过程文档、答辩 PPT 与逐字稿编制）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二、项目背景与核心开发思路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行业痛点 1: 传统人工记账与 Excel 脱节，书目借还无法实时同步，假库存严重</a:t>
            </a:r>
          </a:p>
          <a:p>
            <a:r>
              <a:t>• 行业痛点 2: 缺乏主动逾期风控与权限熔断，逾期全凭人工翻本核对，馆藏资产流失严重</a:t>
            </a:r>
          </a:p>
          <a:p>
            <a:r>
              <a:t>• 行业痛点 3: 商业图书系统动辄数 GB 内存，在中小学校园资料室、社区微型云服务器上无法运行</a:t>
            </a:r>
          </a:p>
          <a:p>
            <a:r>
              <a:t>• ------------------------------------------------------------------</a:t>
            </a:r>
          </a:p>
          <a:p>
            <a:r>
              <a:t>• 核心设计思路：</a:t>
            </a:r>
          </a:p>
          <a:p>
            <a:r>
              <a:t>  1. 极简轻量：坚持“零冗余中间件”原则，以极小开销释放极致性能（全栈常驻仅 ~180MB）</a:t>
            </a:r>
          </a:p>
          <a:p>
            <a:r>
              <a:t>  2. 严密原子一致性：借还事务强一致性，行级条件排他锁彻底杜绝负库存与超卖</a:t>
            </a:r>
          </a:p>
          <a:p>
            <a:r>
              <a:t>  3. 智能主动风控：多条件准入校验、逾期自动熔断新借权限、单次顺延续借 30 天</a:t>
            </a:r>
          </a:p>
          <a:p>
            <a:r>
              <a:t>  4. 开箱即用：标准 Docker Compose 容器化解耦编排，实现云端一键上线交付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三、系统总体架构与技术选型论证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架构模式：现代化前后端完全分离架构 (SPA + RESTful API)</a:t>
            </a:r>
          </a:p>
          <a:p>
            <a:r>
              <a:t>• 生产网络拓扑：客户端 -&gt; Nginx 反向代理网关 (Port 80) -&gt; FastAPI (Port 8000) -&gt; SQLite WAL 数据库</a:t>
            </a:r>
          </a:p>
          <a:p>
            <a:r>
              <a:t>• ------------------------------------------------------------------</a:t>
            </a:r>
          </a:p>
          <a:p>
            <a:r>
              <a:t>• 后端技术栈：Python 3.11 + FastAPI (ASGI 异步高性能驱动) + Pydantic v2 (Rust 核心类型安全)</a:t>
            </a:r>
          </a:p>
          <a:p>
            <a:r>
              <a:t>• 认证安全：Passlib (bcrypt 加盐哈希密文存储) + PyJWT (HS256 签名无状态身份令牌)</a:t>
            </a:r>
          </a:p>
          <a:p>
            <a:r>
              <a:t>• 数据库选型：SQLite 3.45 (配置 PRAGMA journal_mode=WAL 预写日志，并发读性能极佳，零额外内存开销)</a:t>
            </a:r>
          </a:p>
          <a:p>
            <a:r>
              <a:t>• 前端技术栈：Vue 3.4 (组合式 API) + Vite 5.4 + Pinia 2 + Element Plus 2.8 + 自研原生响应式 SVG 图表</a:t>
            </a:r>
          </a:p>
          <a:p>
            <a:r>
              <a:t>• 部署与运维：Docker 26.0 + Docker Compose v2，数据卷挂载持久化 (/app/data)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四、核心功能实现与业务双门户闭环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【读者自助服务门户 (Reader Portal)】：</a:t>
            </a:r>
          </a:p>
          <a:p>
            <a:r>
              <a:t>  - 读者自主开卡注册，系统自动生成全局唯一借书卡号（CARD-2026-XXXX）</a:t>
            </a:r>
          </a:p>
          <a:p>
            <a:r>
              <a:t>  - 书目多维组合智能检索（书名/作者/ISBN/分类）与在架余量实时查看</a:t>
            </a:r>
          </a:p>
          <a:p>
            <a:r>
              <a:t>  - 图书在线一键借阅（准入校验 -&gt; 原子扣减在架库存 -&gt; 生成30天借期单据）</a:t>
            </a:r>
          </a:p>
          <a:p>
            <a:r>
              <a:t>  - 我的借阅中心跟踪、应还倒计时预警、未逾期在线一键顺延30天续借、自主还书</a:t>
            </a:r>
          </a:p>
          <a:p>
            <a:r>
              <a:t>• ------------------------------------------------------------------</a:t>
            </a:r>
          </a:p>
          <a:p>
            <a:r>
              <a:t>• 【管理员运营监控门户 (Admin Portal)】：</a:t>
            </a:r>
          </a:p>
          <a:p>
            <a:r>
              <a:t>  - 宏观数据分析大屏：实时展示藏书种数、总册数、流通在借量、近7天走势折线图与分类分布</a:t>
            </a:r>
          </a:p>
          <a:p>
            <a:r>
              <a:t>  - 国际标准 ISBN 采编入库、架位号（如 3F-CS-01）管理与在借图书安全防呆下架拦截</a:t>
            </a:r>
          </a:p>
          <a:p>
            <a:r>
              <a:t>  - 全馆借还流转大厅：多条件借还流水审计、柜台人工代还核销与逾期催还</a:t>
            </a:r>
          </a:p>
          <a:p>
            <a:r>
              <a:t>  - 用户与读者证管理：角色权限分配、违约账号一键冻结与借阅上限调整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五、【创新亮点 1】业务功能创新：智能风控与原子安全锁 (4分·满分)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区别于通用基础模板的静态记录，本系统自主研发三大深度功能创新：</a:t>
            </a:r>
          </a:p>
          <a:p>
            <a:r>
              <a:t>• 1. 逾期分级风控与主动权限熔断机制：</a:t>
            </a:r>
          </a:p>
          <a:p>
            <a:r>
              <a:t>  - 构筑三道准入防火墙：借阅上限额度校验（5本）、在架库存校验、逾期未还单据核验</a:t>
            </a:r>
          </a:p>
          <a:p>
            <a:r>
              <a:t>  - 读者名下只要存在一笔处于 OVERDUE 的未还图书，借阅入口强制熔断，阻断所有新借请求</a:t>
            </a:r>
          </a:p>
          <a:p>
            <a:r>
              <a:t>• 2. 并发行级排他锁高并发防超卖机制：</a:t>
            </a:r>
          </a:p>
          <a:p>
            <a:r>
              <a:t>  - 扣减库存时在数据库事务内执行：UPDATE books SET available_copies = available_copies - 1 WHERE id = :id AND available_copies &gt; 0;</a:t>
            </a:r>
          </a:p>
          <a:p>
            <a:r>
              <a:t>  - 行级排他原子校验，影响行数为 0 立即回滚并抛出业务异常，彻底杜绝高并发超借与负库存</a:t>
            </a:r>
          </a:p>
          <a:p>
            <a:r>
              <a:t>• 3. 规范化条码借书卡号体系与防呆注销：</a:t>
            </a:r>
          </a:p>
          <a:p>
            <a:r>
              <a:t>  - 自动颁发标准防伪卡号；图书注销时前置核验在借数，若有读者未还强制拦截下架，保护馆藏资产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六、【创新亮点 2】技术方案创新：自研原生 SVG 破解构建死锁 (3分·满分)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攻坚低配 1G 内存服务器前端构建卡死难题：</a:t>
            </a:r>
          </a:p>
          <a:p>
            <a:r>
              <a:t>  - 现象：在阿里云 2核1G 内存 ECS 上执行前端构建，长时间卡死在 transforming 1684 modules，系统 OOM</a:t>
            </a:r>
          </a:p>
          <a:p>
            <a:r>
              <a:t>  - 根因排查：第三方大图表库 (ECharts) 编译瞬时内存超 1.2GB，且触发 Alpine musl libc 互斥锁死锁 Bug</a:t>
            </a:r>
          </a:p>
          <a:p>
            <a:r>
              <a:t>• 突破性自主创新解决方案：</a:t>
            </a:r>
          </a:p>
          <a:p>
            <a:r>
              <a:t>  1. 自主研发纯原生响应式 SVG 矢量图表引擎：</a:t>
            </a:r>
          </a:p>
          <a:p>
            <a:r>
              <a:t>     - 彻底剥离重型外部图表库，利用 Vue 3 动态数据绑定手写轻量 SVG 折线走势图与环形分布图</a:t>
            </a:r>
          </a:p>
          <a:p>
            <a:r>
              <a:t>     - 零外部第三方依赖，前端构建时长从死锁超时缩减至 2.4 秒，全站常驻内存直降 80%！</a:t>
            </a:r>
          </a:p>
          <a:p>
            <a:r>
              <a:t>  2. 交付链路优化：宿主机预编译 + Alpine Nginx 极轻镜像直接装载，镜像体积缩减至 23MB</a:t>
            </a:r>
          </a:p>
          <a:p>
            <a:r>
              <a:t>  3. 现代 AI 辅助软件工程实战：深度结合先进 AI 研发工具流辅助全栈重构与 Pytest 测试用例全量编写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七、【创新亮点 3】落地价值与商业化迭代潜力 (3分·满分)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1. 真实公网投产与业务检验：</a:t>
            </a:r>
          </a:p>
          <a:p>
            <a:r>
              <a:t>  - 系统非本地演示 Demo，已成功部署于阿里云公网 ECS（http://39.96.0.20/），全天候稳定运行</a:t>
            </a:r>
          </a:p>
          <a:p>
            <a:r>
              <a:t>  - 极限低配服务器（2核CPU、1G内存）流畅承载，全栈容器内存常驻仅 ~180MB</a:t>
            </a:r>
          </a:p>
          <a:p>
            <a:r>
              <a:t>• 2. 极致的商业落地成本优势：</a:t>
            </a:r>
          </a:p>
          <a:p>
            <a:r>
              <a:t>  - 零大型数据库中间件开销，年云资源成本仅需百元级，极适合中小学资料室与社区书屋数字化改造</a:t>
            </a:r>
          </a:p>
          <a:p>
            <a:r>
              <a:t>• 3. 可持续迭代扩展演进蓝图：</a:t>
            </a:r>
          </a:p>
          <a:p>
            <a:r>
              <a:t>  - Phase 1（已完成）：前后端解耦、原子借还风控、自研 SVG 看板、Docker 编排一键交付</a:t>
            </a:r>
          </a:p>
          <a:p>
            <a:r>
              <a:t>  - Phase 2（硬件集成规划）：集成条码扫描枪与 RFID 射频读卡机硬件，支持师生一卡通/手机扫码借还</a:t>
            </a:r>
          </a:p>
          <a:p>
            <a:r>
              <a:t>  - Phase 3（多馆协同平台）：演进为多租户架构，支持高校多个校区分馆间的一网通借通还与图书调拨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八、学习方法论与全栈问题解决思路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1. 探究底层根因，拒绝盲目试错：</a:t>
            </a:r>
          </a:p>
          <a:p>
            <a:r>
              <a:t>  - 面对构建死锁，从系统资源监控、容器进程状态、C 库底层机制逐层剖析，直击 musl 互斥锁本质</a:t>
            </a:r>
          </a:p>
          <a:p>
            <a:r>
              <a:t>• 2. 架构取舍与场景匹配权衡：</a:t>
            </a:r>
          </a:p>
          <a:p>
            <a:r>
              <a:t>  - 深刻理解“技术选型没有最好，只有最合适”：在低配高并发读场景下果断选用 SQLite WAL 预写日志</a:t>
            </a:r>
          </a:p>
          <a:p>
            <a:r>
              <a:t>• 3. 防御性编程与自动化测试驱动：</a:t>
            </a:r>
          </a:p>
          <a:p>
            <a:r>
              <a:t>  - 构建 Pytest 独立内存测试套件，7/7 关键业务用例 100% 覆盖，杜绝回归漏洞</a:t>
            </a:r>
          </a:p>
          <a:p>
            <a:r>
              <a:t>• 4. 拥抱 AI-Native 现代研发范式：</a:t>
            </a:r>
          </a:p>
          <a:p>
            <a:r>
              <a:t>  - 善用官方权威文档，将先进 AI 作为全栈辅助结对编程专家，极大提升架构设计与代码质量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九、实习实训收获与职业规划启发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1. 专业硬技能跃升：打通了从异步后端、数据库事务控制、前端组件化自研到 Docker 容器运维的全栈技术链路</a:t>
            </a:r>
          </a:p>
          <a:p>
            <a:r>
              <a:t>• 2. 独立工程软实力：深刻体会到独立全栈开发者独当一面的责任感，培养了全周期闭环交付的全局视野</a:t>
            </a:r>
          </a:p>
          <a:p>
            <a:r>
              <a:t>• 3. 文档驱动与工程规范意识：编制了需求搜集清单、功能规格书、技术架构书等全套 9 大类标准化工程文档</a:t>
            </a:r>
          </a:p>
          <a:p>
            <a:r>
              <a:t>• 4. 职业规划启发：坚定了未来从事高可靠、高性能、低资源开销企业级全栈与系统研发的工程师职业道路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十、系统在线体验入口与预置账号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公网在线演示入口：http://39.96.0.20/ (标准 80 端口，全网稳定直达)</a:t>
            </a:r>
          </a:p>
          <a:p>
            <a:r>
              <a:t>• API 在线交互文档：http://39.96.0.20/docs (Swagger UI 交互式调试)</a:t>
            </a:r>
          </a:p>
          <a:p>
            <a:r>
              <a:t>• 预置体验账号：</a:t>
            </a:r>
          </a:p>
          <a:p>
            <a:r>
              <a:t>  - 系统总管理员：admin / admin123 (大屏监控、采编入库、借还流水与用户管理全局权限)</a:t>
            </a:r>
          </a:p>
          <a:p>
            <a:r>
              <a:t>  - 读者体验账号：reader1 / reader123 (图书多维检索、在线借阅、一键续借与还书闭环)</a:t>
            </a:r>
          </a:p>
          <a:p>
            <a:r>
              <a:t>• 支持在登录界面点击【快速体验账号】一键自动填入，或点击【立即注册】开立新账号</a:t>
            </a:r>
          </a:p>
          <a:p>
            <a:r>
              <a:t>• 右侧配备扫码体验二维码，支持微信及手机浏览器直接扫码访问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000" y="2160000"/>
            <a:ext cx="2160000" cy="2160000"/>
          </a:xfrm>
          <a:prstGeom prst="rect">
            <a:avLst/>
          </a:prstGeom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十一、结语与答辩致谢</a:t>
            </a:r>
          </a:p>
        </p:txBody>
      </p:sp>
      <p:sp>
        <p:nvSpPr>
          <p:cNvPr id="3" name="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感谢各位评委老师与指导教师的悉心聆听与专业指导！</a:t>
            </a:r>
          </a:p>
          <a:p>
            <a:r>
              <a:t>• LibraryHub 智能图书借阅管理系统坚持轻量、高可用与安全规范，已顺利完成全生命周期研发与云端投产。</a:t>
            </a:r>
          </a:p>
          <a:p>
            <a:r>
              <a:t>• 恳请各位老师批评指正，欢迎各位老师提问！</a:t>
            </a:r>
          </a:p>
        </p:txBody>
      </p:sp>
    </p:spTree>
  </p:cSld>
</p:sld>
</file>

<file path=ppt/theme/theme1.xml><?xml version="1.0" encoding="utf-8"?>
<a:theme xmlns:a="http://schemas.openxmlformats.org/drawingml/2006/main" name="Default Theme">
  <a:themeElements>
    <a:clrScheme name="Defaul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faul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@office-kit/pptx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@office-kit/pptx</dc:creator>
  <cp:lastModifiedBy>@office-kit/pptx</cp:lastModifiedBy>
</cp:coreProperties>
</file>